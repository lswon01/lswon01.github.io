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 — 현실에서 우연 만들기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5212080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120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확장 강의 · 15~20분 분량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시대에 왜 HLT가 더 중요해졌는지 설명하기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불가능성이 커질수록 탐색 능력이 경쟁력이 되는 이유를 이해한다.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5가지 우연기술과 연결해 활용하기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호기심·인내심·유연성·낙관성·위험감수 각각에 맞는 실전 프롬프트를 익힌다.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목적에 맞는 AI 도구를 고르고, 바로 쓰는 프롬프트 패턴 갖기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ChatGPT·Claude·Gemini 등 도구별 특징과, 즉시 활용 가능한 대화 패턴을 안다.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AI가 바꾸는 것은 도구만이 아니다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부(富)가 만들어지는 방식, 조직이 작동하는 방식, 일 자체의 의미가 근본부터 달라지고 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36개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6개월 사이 새로 탄생한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유니콘 기업(기업가치 1조 원 이상)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68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30~50명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200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수백 명이 수년 걸려 하던 일을,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레버리지로 해내는 작고 강한 팀의 규모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C07A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70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시대일수록 HLT가 더 중요해진다. 예측 불가능성이 커질수록 탐색 능력이 경쟁력이 되기 때문이다. AI는 그 탐색을 돕는 강력한 도구다.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시대, 왜 HLT가 더 중요해졌는가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"진로 발달의 결과는 사실상 예측 불가능하다."</a:t>
            </a:r>
            <a:pPr indent="0" marL="0"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Krumboltz (2009)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이후에는 그 예측 불가능성이 더 빠르게, 더 광범위하게 작동한다.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EAF2F1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정하는 전략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변화가 빠를수록 더욱 취약해진다.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342900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3703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탐색하며 만들어가는 전략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오히려 강해진다. AI는 이 전략을 돕는 도구다.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HLT 5가지 기술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AI를 대화 상대, 코치, 롤플레이 파트너로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요즘 AI를 잘 쓰는 사람들은 단순히 "질문"을 던지지 않는다. 다음 5가지 예시로 그 차이를 살펴본다.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7889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9718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호기심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88920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429000" y="27889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9718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8036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인내심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0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669280" y="27889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9718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2064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AI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269480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7909560" y="27889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9718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낙관성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6092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AI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509760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10149840" y="27889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297180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0120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위험감수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960120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AI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슬라이드부터 하나씩, 실제로 쓸 수 있는 프롬프트와 함께 살펴본다.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HLT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7132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호기심 × AI: 진로 컨설턴트로 세팅하기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질문 대신 맥락을 먼저 제공하고, AI가 나를 탐색하도록 유도한다.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1064240" cy="3794760"/>
          </a:xfrm>
          <a:prstGeom prst="roundRect">
            <a:avLst>
              <a:gd name="adj" fmla="val 2892"/>
            </a:avLst>
          </a:prstGeom>
          <a:solidFill>
            <a:srgbClr val="0535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"지금부터 나의 진로 컨설턴트 역할을 맡아줘. 나는 경영학과 2학년이고 막연하게 마케팅에 관심이 있는데, 정말 나와 맞는지 모르겠어. 먼저 나에게 3~4가지 질문을 던져서 내 성향과 관심사를 파악해줘. 내가 대답하면, 그 답을 바탕으로 어떤 마케팅 직무가 나와 맞을지 피드백해줘."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 · 호기심 ×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HLT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7132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인내심 × AI: 실패를 시뮬레이션으로 분해하기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탈락 경험을 AI와 함께 구조적으로 분해하면 학습이 훨씬 빨라진다.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1064240" cy="3794760"/>
          </a:xfrm>
          <a:prstGeom prst="roundRect">
            <a:avLst>
              <a:gd name="adj" fmla="val 2892"/>
            </a:avLst>
          </a:prstGeom>
          <a:solidFill>
            <a:srgbClr val="0535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"나는 지난주 마케팅 인턴 면접에서 "지원 동기"를 이렇게 답했어: [내용]. 지금부터 너는 깐깐한 면접관이야. 이 답변을 면접관 입장에서 평가해줘. 점수가 아니라 "어떤 부분에서 신뢰가 올라갔고, 어떤 부분에서 흐릿해졌는지"를 실제 면접관의 생각처럼 말해줘. 그다음 더 설득력 있는 버전으로 함께 다듬어보자."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 · 인내심 ×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HLT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7132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유연성 × AI: 경험을 새로운 언어로 번역하기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같은 경험을 전혀 다른 직무의 언어로 재해석하는 데 탁월하다.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1064240" cy="3794760"/>
          </a:xfrm>
          <a:prstGeom prst="roundRect">
            <a:avLst>
              <a:gd name="adj" fmla="val 2892"/>
            </a:avLst>
          </a:prstGeom>
          <a:solidFill>
            <a:srgbClr val="0535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"나는 산업공학과 3학년이고, 공장 견학 리포트와 공정 개선 팀 프로젝트 경험이 있어. 대기업 생산관리 직무만 생각했는데, 이 경험이 IT 서비스, 컨설팅, 스타트업 운영 쪽에서는 어떻게 다르게 해석될 수 있는지 각 분야별로 보여줘. 같은 경험이 다른 언어로 어떻게 표현되는지 실제 자기소개서 문장 스타일로 보여줘."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 · 유연성 ×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HLT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7132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낙관성 × AI: "비전공자 성공 경로" 구체적으로 확인하기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불안을 구체적인 경로 정보로 바꾼다.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1064240" cy="3794760"/>
          </a:xfrm>
          <a:prstGeom prst="roundRect">
            <a:avLst>
              <a:gd name="adj" fmla="val 2892"/>
            </a:avLst>
          </a:prstGeom>
          <a:solidFill>
            <a:srgbClr val="0535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"나는 경영학과 졸업 예정자인데 IT 스타트업 프로덕트 매니저(PM)가 되고 싶어. 비전공자가 PM으로 가는 경우가 실제로 있는지 구체적인 사례와 경로를 알려줘. 그리고 지금 3학년이라면 졸업까지 어떤 순서로 어떤 경험을 쌓는 게 현실적인지 단계별 로드맵으로 만들어줘. 가능성이 "있다 없다"가 아니라, 어떻게 하면 된다는 식으로 구체적으로 말해줘."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 · 낙관성 ×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HLT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71323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위험감수 × AI: 불안한 행동을 사전 롤플레이로 연습하기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실전 상황을 미리 체험하면 행동의 문턱이 낮아진다.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1064240" cy="3794760"/>
          </a:xfrm>
          <a:prstGeom prst="roundRect">
            <a:avLst>
              <a:gd name="adj" fmla="val 2892"/>
            </a:avLst>
          </a:prstGeom>
          <a:solidFill>
            <a:srgbClr val="0535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2608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"내일 처음으로 IT 스타트업 마케팅 팀장님께 정보 탐색 인터뷰를 요청하는 메시지를 보내려고 해. 지금부터 롤플레이 해보자. 너는 그 팀장님이고, 나는 4학년 취준생이야. 내가 메시지를 보내면 팀장 입장에서 어떻게 반응할지 솔직하게 답해줘. 어색하거나 거절당할 것 같은 부분을 찾아서 메시지를 함께 다듬어보자."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 · 위험감수 ×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도구 가이드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목적에 맞는 AI 도구 고르기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134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openai.com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범용성 최고, 이미지 생성, GPT-4o 무료 제공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롤플레이 면접 연습, 자소서 초안, 직무 탐색 대화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06824" y="17830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35424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23134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6517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문서 이해, 맥락 유지, 섬세한 뉘앙스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33375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 고민 정리, 복잡한 경험 언어화, 자기 이해 탐색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65008" y="17830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93608" y="19659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23134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517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검색 연동, 최신 정보, YouTube·Drive 연동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3375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기업·산업 최신 동향, 채용 트렌드, 유튜브 콘텐츠 요약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4805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8280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perplexity.ai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1663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웹 검색 + 출처 명시, AI 검색 엔진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8521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직무별 최근 채용 동향, 기업 뉴스, 업계 리포트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06824" y="42976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35424" y="44805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35424" y="48280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35424" y="51663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PDF·문서 업로드 후 AI와 대화, 팟캐스트 자동 생성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58521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채용공고·직무기술서 업로드 후 질문, 합격 자소서 분석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38728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93608" y="44805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AI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93608" y="482803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Manus, Deep Research 등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1663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목표를 주면 스스로 검색·분석·정리까지 자율 실행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8521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"관심 스타트업 5곳 채용공고·뉴스·인터뷰 정리해줘"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쓰는 프롬프트 패턴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5가지 대화형 프롬프트 패턴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질문이 아니라, AI를 "역할 있는 대화 상대"로 만드는 구조다.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【진로 컨설턴트 세팅】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2402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나의 전공·학년·상황을 먼저 질문으로 파악한 뒤, 방향을 제안받는 패턴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3639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【직무 현장 체험】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1363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직무 현직자 역할의 AI에게 실제 하루 일과와 장단점을 솔직하게 듣는 패턴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3250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【경험 재해석】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403250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경험을 여러 목표 직무의 언어로, 자기소개서 문장 스타일로 바꿔보는 패턴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92861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【면접 롤플레이】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928616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회사·직무의 면접관 역할 AI에게 질문받고 실전처럼 피드백받는 패턴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2472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8247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【탈락 분석】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582472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서류·면접 탈락 경험의 약점을 분석받고, 다음 접근법을 단계별로 받는 패턴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우연은 사람이 만든다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AI가 대체 못 하는 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탐색의 범위를 넓혀주고 속도를 높여준다. 그러나 탐색의 주체는 여전히 당신이다. AI를 잘 쓰는 사람과 못 쓰는 사람의 차이는 기술 능력이 아니라, 탐색하려는 의지와 행동의 차이다.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"AI가 무엇을 할 수 있는지보다,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AI와 함께 일하는 사람이 무엇을 할 수 있는지를 생각하라."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937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HLT의 5가지 기술은 AI가 복제할 수 없는 인간의 역량이다.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과제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작은 것부터, 조금 더 나아가면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것부터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ChatGPT, Claude, Gemini 중 하나에 접속해서, 가장 궁금한 직무 하나에 대해 "실제로 하루에 어떤 일을 하는지" 물어보기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앞의 프롬프트 예시 중 하나를 자신의 상황에 맞게 바꿔서 실제로 질문해보기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C07A1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276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나아가면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지금 준비 중인 진로 방향과 관련해, AI로 "대안 진로 시나리오 3가지" 만들어보기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AI에게 자신의 경험과 관심사를 설명하고 "내가 아직 고려하지 못했을 수 있는 진로 방향"을 물어보기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진로 탐색 도구로 써본 적이 있는가? 없다면, 오늘 처음 시도해보는 것을 막고 있는 것이 무엇인가?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프롬프트 실습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노트북이나 휴대폰으로 5가지 프롬프트 예시 중 하나를 골라 지금 바로 AI에 입력해보고, 받은 답을 짝과 비교한다.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 · AI 도구로 탐색의 범위를 넓혀라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시대일수록 HLT가 더 중요해진다 — 예측 불가능성이 커질수록 탐색 능력이 경쟁력이다.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진로 컨설턴트·면접관·롤플레이 파트너로 세팅하면, 5가지 우연기술 모두 훈련할 수 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탐색의 범위와 속도를 넓혀주지만, 탐색의 주체는 여전히 당신이다.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905256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11장. 캠퍼스에서 만드는 우연의 회로</a:t>
            </a:r>
            <a:endParaRPr lang="en-US" sz="1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2026-09-22T07:42:08Z</dcterms:created>
  <dcterms:modified xsi:type="dcterms:W3CDTF">2026-09-22T07:42:08Z</dcterms:modified>
</cp:coreProperties>
</file>
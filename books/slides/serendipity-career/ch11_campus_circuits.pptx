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 — 현실에서 우연 만들기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캠퍼스가 우연에 최적인 이유 이해하기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분야 전문가들과 같은 공간에 있을 수 있는 시기는 대학 시절이 거의 유일함을 설명한다.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우연을 놓치는 사람과 잡는 사람의 차이 파악하기</a:t>
            </a:r>
            <a:endParaRPr lang="en-US" sz="175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차이는 운이 아니라 행동 반경이라는 것을 이해한다.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10가지 탐색 행동을 실제로 실천하기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강의실과 동아리에서 이번 주, 이번 달 안에 시도할 구체적 행동을 계획한다.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일어나는 장소들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교수, 선배, 다른 전공의 친구들, 외부에서 오는 강연자들 — 캠퍼스에서 만나는 모든 사람이 잠재적인 우연의 씨앗이다.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2468880"/>
          </a:xfrm>
          <a:prstGeom prst="roundRect">
            <a:avLst>
              <a:gd name="adj" fmla="val 5185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67528" y="3063240"/>
            <a:ext cx="822960" cy="822960"/>
          </a:xfrm>
          <a:prstGeom prst="ellipse">
            <a:avLst/>
          </a:prstGeom>
          <a:solidFill>
            <a:srgbClr val="C07A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246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4년 동안 캠퍼스에 있으면서도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아무런 우연도 만들지 못하는 사람이 있고,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1년 안에 진로를 바꿀 만한 우연을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여러 번 만드는 사람이 있다.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그 차이는, 우연을 만드는 습관의 차이다.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우연을 놓치는 사람 vs. 잡는 사람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큰 차이는 행동의 반경이다.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AF2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놓치는 사람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하루가 대부분 예측 가능하다. 이 루틴 안에서는 새로운 우연이 들어올 틈이 없다.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C07A1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잡는 사람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20040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끝난 후 교수님께 짧은 질문을 건넨다. 관심 없어 보이는 특강도 일단 신청해둔다. 처음 보는 사람과 점심을 같이 먹는다. 하나하나는 사소하지만, 쌓이면 전혀 예상치 못한 연결이 생겨난다.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강의실에서 — 수업이 끝난 후 3분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22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03120"/>
            <a:ext cx="9509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i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"교수님, 오늘 수업에서 말씀하신 ○○에 대해 더 알아보고 싶은데 어디서 시작하면 좋을까요?"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69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짧은 질문 하나가 연구실 방문으로, 논문 추천으로, 때로는 인턴십 연결로 이어지는 경우가 있다.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동아리와 학생 활동 — 전공 밖으로 나가기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914400" cy="9144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85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96596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동아리는 캠퍼스에서 가장 쉽게 약한 연결을 만들 수 있는 공간이다. 그런데 많은 학생들이 전공 관련 동아리나 취업 스터디에만 머문다.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C07A1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7947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진로 탐색의 관점에서는 전공 밖의 동아리 활동이 훨씬 더 다양한 우연을 만들어낼 수 있다.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체크리스트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 당장 실행할 수 있는 10가지 탐색 행동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안에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34440" y="233172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3317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수업이 끝난 후 교수님께 짧은 질문 하나 건네기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34440" y="315468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31546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공지사항에서 관심 없어 보이는 특강 하나 신청해두기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34440" y="397764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39776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전공이 다른 친구에게 먼저 말 걸어보기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34440" y="480060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8006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있는 분야에서 일하는 졸업 선배 SNS 계정 하나 팔로우하기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34440" y="562356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623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지금 가장 궁금한 직무 하나 탐색해보기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체크리스트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 당장 실행할 수 있는 10가지 탐색 행동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안에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34440" y="233172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3317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처음 가보는 동아리나 학생 모임에 한 번 나가보기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34440" y="315468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31546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있는 분야 사람에게 정보 탐색 인터뷰 요청 메시지 보내기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34440" y="397764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39776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 밖의 세미나나 밋업에 한 번 참석해보기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234440" y="480060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8006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번도 들어본 적 없는 분야의 교양 수업 다음 학기 수강 목록에 넣기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34440" y="5623560"/>
            <a:ext cx="10378440" cy="685800"/>
          </a:xfrm>
          <a:prstGeom prst="roundRect">
            <a:avLst>
              <a:gd name="adj" fmla="val 1066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6235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진로 우연 히스토리 써보기 — 관심사와 방향에 영향을 준 우연들을 한 페이지에 정리하기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한 학기를 돌아봤을 때, 내가 만든 가장 의미 있는 우연은 무엇이었는가? 만약 떠오르는 것이 없다면, 지금 내 탐색의 회로 어디가 막혀 있는지 생각해보라.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C07A1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319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931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10가지 탐색 행동 중 하나 선택하기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이번 주 목록에서 하나를 골라 지금 바로 실행 계획 — 언제, 어떻게 — 을 짝과 함께 적어본다.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11장 · 캠퍼스에서 만드는 우연의 회로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캠퍼스는 다양한 분야의 사람들과 같은 공간에 있을 수 있는 거의 유일한 시기다.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우연을 놓치는 사람과 잡는 사람의 차이는 운이 아니라 행동 반경의 차이다.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탐색 행동 하나하나가 쌓여 전혀 예상치 못한 연결을 만든다.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868680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에필로그. 진로는 완성이 아니라 진행형이다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Career Transition Lab by Lee Seung Won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우연이 만드는 진로 · 11장 캠퍼스에서 만드는 우연의 회로</dc:title>
  <dc:subject>우연이 만드는 진로 챕터별 강의자료</dc:subject>
  <dc:creator>이승원</dc:creator>
  <cp:lastModifiedBy>이승원</cp:lastModifiedBy>
  <cp:revision>1</cp:revision>
  <dcterms:created xsi:type="dcterms:W3CDTF">2026-09-22T07:49:42Z</dcterms:created>
  <dcterms:modified xsi:type="dcterms:W3CDTF">2026-09-22T07:49:42Z</dcterms:modified>
</cp:coreProperties>
</file>
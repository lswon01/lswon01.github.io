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왜 진로 계획은 자꾸 어긋나는가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불확실성이 기본값임을 데이터로 이해하기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 불일치·우연의 영향력 등 통계로 "계획대로 안 되는 것"이 정상임을 확인한다.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청년들이 일터를 떠나는 구조를 파악하기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충분히 탐색하지 못한 채 서두른 취업이 만드는 이탈 사이클을 이해한다.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"어긋남"을 신호로 재해석하는 관점 갖기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계획과 다른 방향으로 흘러간 순간을 실패가 아닌 기회로 읽는 법을 익힌다.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왜 진로 계획은 자꾸 어긋나는가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 질문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계획대로 된 사람이 없다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160520"/>
          </a:xfrm>
          <a:prstGeom prst="roundRect">
            <a:avLst>
              <a:gd name="adj" fmla="val 3077"/>
            </a:avLst>
          </a:prstGeom>
          <a:solidFill>
            <a:srgbClr val="05353B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7724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6517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지금 당신 주변에서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"내가 계획한 대로 진로가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흘러가고 있다"고 말할 수 있는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사람이 몇 명이나 있는가?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0749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 거의 없을 것이다. 그리고 그건 당신 주변만의 이야기가 아니다.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26680" y="1783080"/>
            <a:ext cx="3886200" cy="1965960"/>
          </a:xfrm>
          <a:prstGeom prst="roundRect">
            <a:avLst>
              <a:gd name="adj" fmla="val 4651"/>
            </a:avLst>
          </a:prstGeom>
          <a:solidFill>
            <a:srgbClr val="EAF2F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5528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2/3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697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응답자의 우연한 사건이 진로에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결정적 영향을 미쳤다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 et al.(1999)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26680" y="3977640"/>
            <a:ext cx="3886200" cy="1965960"/>
          </a:xfrm>
          <a:prstGeom prst="roundRect">
            <a:avLst>
              <a:gd name="adj" fmla="val 4651"/>
            </a:avLst>
          </a:prstGeom>
          <a:solidFill>
            <a:srgbClr val="EAF2F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0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약 50%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892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대졸자 전공 불일치 비율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29개국 중 2위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한국은행 연구(2021)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왜 진로 계획은 자꾸 어긋나는가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현장 데이터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"일터를 떠난 청년들"이 말하는 것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매달 40~50만 명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올해 "그냥 쉬었음" 청년, 역대 최대치. 이 중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73.6%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이미 직장 경험이 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246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31.4%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19~29세 퇴사 이유 1위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"업무·직무가 적성에 맞지 않음"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1089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3246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33.7%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023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30~34세 퇴사 이유 1위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"급여 및 보상 불만족"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20대는 "이 일이 나와 맞지 않는다"고 느끼고, 30대는 "이 일로는 살 수 없다"고 판단한다.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고용노동부·대학내일 심층조사(2025), 중앙일보 2025.9.2. 보도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왜 진로 계획은 자꾸 어긋나는가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저자의 관찰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"충분히 헤매기"가 없었던 탐색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"이직은 보통 경력을 살리는 거잖아요. 그런데 저는 아예 경력을 지우고 새로 시작하고 싶은데, 그럴 기회가 없어요."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37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상담실에서 만난 한 졸업생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충분히 탐색하지 못한 채 시간에 쫓겨 결정했고, 막상 들어가 보니 자신과 맞지 않았고, 다시 시작할 엄두가 나지 않는다 — 거의 같은 패턴이다.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C07A1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대학 시절의 탐색은 "빨리 정하기"가 아니라 "충분히 헤매기"여야 한다.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왜 진로 계획은 자꾸 어긋나는가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불확실성은 버그가 아니라 기본 설정이다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A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"계획된 행동과 계획되지 않은 행동이 상호작용하는 방식은 너무 복잡해서, 그 결과는 사실상 예측 불가능하다. 이것이 바로 우연이다."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Krumboltz (2009)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AF2F1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474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657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"버그"로 여기면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800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"왜 나만 진로가 불확실하지?"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자책으로 이어진다.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320040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C07A10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34747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657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3796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"기본 설정"으로 받아들이면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48006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불확실성 속에서 나는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움직일까?" — 훨씬 유용한 질문이 생긴다.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왜 진로 계획은 자꾸 어긋나는가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"어긋남"을 다르게 읽는 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EAF2F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1284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9601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원하던 회사에 합격했지만 지원한 마케팅 부서가 아닌 영업지원 팀에 배치됐다. "교수님, 저 완전히 어긋났어요."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뒤 연락이 왔다. 영업 현장에서 고객 데이터를 직접 다루다 보니 마케팅 전략이 어디서 어긋나는지가 보이기 시작했다고. 기획자로서는 절대 얻을 수 없는 시야였다. 결국 마케팅 기획 직군으로 이동했고, "어긋남이 오히려 제 무기가 됐다"고 했다.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0535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800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어긋남은 종착지가 아니다. 어긋남은 새로운 출발점이다.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왜 진로 계획은 자꾸 어긋나는가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지금까지 진로에서 "계획대로 되지 않았던" 순간을 몇 번이나 겪었는가?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34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어긋남을 그동안 실패로 읽었는가, 신호로 읽었는가?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6154"/>
            </a:avLst>
          </a:prstGeom>
          <a:solidFill>
            <a:srgbClr val="C07A1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나의 어긋난 순간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자신의 "어긋난 순간" 하나를 골라 짝과 나눠본다. 그 어긋남이 지금 어떤 문을 열어줬는지, 혹은 열어줄 수 있는지 이야기해본다.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 · 왜 진로 계획은 자꾸 어긋나는가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진로가 계획대로 안 되는 것은 실패가 아니라 정상이다 — 전공 불일치 약 50%, 우연의 영향 2/3.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88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 없는 조급한 취업은 일터에서 버티지 못하고 이탈하는 사이클을 만든다.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118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어긋남은 종착점이 아니라, 새로운 방향을 여는 신호다.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2장. 진로이론 지도 — HLT가 서 있는 자리</a:t>
            </a:r>
            <a:endParaRPr lang="en-US" sz="1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21208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2026-09-22T04:00:01Z</dcterms:created>
  <dcterms:modified xsi:type="dcterms:W3CDTF">2026-09-22T04:00:01Z</dcterms:modified>
</cp:coreProperties>
</file>
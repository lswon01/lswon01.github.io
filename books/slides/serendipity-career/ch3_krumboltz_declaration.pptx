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LAB · VOL.1 강의자료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우연이 만드는 진로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 · 크럼볼츠의 혁명적 선언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212080"/>
            <a:ext cx="3749040" cy="566928"/>
          </a:xfrm>
          <a:prstGeom prst="roundRect">
            <a:avLst>
              <a:gd name="adj" fmla="val 19355"/>
            </a:avLst>
          </a:prstGeom>
          <a:solidFill>
            <a:srgbClr val="05353B"/>
          </a:solidFill>
          <a:ln w="12700">
            <a:solidFill>
              <a:srgbClr val="2E5A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212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교강사용 미니 렉처 · 8~10분 분량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 ·  Career Transition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 장에서 다룰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562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크럼볼츠의 핵심 선언 이해하기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9514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"미리 정하지 않아도 된다"는 선언이 기존 진로이론의 전제를 어떻게 뒤집는지 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2735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 4가지 핵심 명제 설명하기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7124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결정보다 행동 학습, 매칭보다 탐색을 강조하는 HLT의 관점을 익힌다.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4935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6908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"계획된 우연"이 작동하는 방식 파악하기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51297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탐색적 행동이 어떻게 유익한 우연을 만들어내는지 사례로 확인한다.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 · 크럼볼츠의 혁명적 선언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크럼볼츠의 선언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"미리 정하지 않아도 된다"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743200"/>
          </a:xfrm>
          <a:prstGeom prst="roundRect">
            <a:avLst>
              <a:gd name="adj" fmla="val 466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"무엇이 되어야 하는지를 미리 계획할 필요도 없고,</a:t>
            </a:r>
            <a:endParaRPr lang="en-US" sz="2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그래서도 안 된다."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Krumboltz (2009)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한 문장이 기존 진로이론의 전제를 완전히 뒤집는다. 아직 모르는 상태가 문제가 아니다. 오히려 열린 채로 탐색하는 것이 더 현명한 전략이다.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 · 크럼볼츠의 혁명적 선언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 핵심 명제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HLT의 4가지 핵심 명제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299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①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786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결정이 아니라 "행동 학습"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90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만족스러운 삶을 위해 스스로 행동하는 법을 배우도록 돕는 것이 목표다.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20299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②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5786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도구가 아니라 "탐색의 출발점"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090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결과는 답이 아니라, 학습과 탐색을 자극하는 대화의 시작점이다.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1788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③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274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탐색적 행동이 유익한 우연을 만든다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395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수업, 낯선 동아리, 새로운 사람 — 이런 행동이 우연의 조건을 만든다.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9776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41788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④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7274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성공은 "상담실 밖" 삶의 변화로 판단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2395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강의실 안에서 배운 것보다, 밖에서 해본 것이 더 중요하다.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 · 크럼볼츠의 혁명적 선언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계획된 우연(Planned Happenstance)이란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"계획"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결과를 미리 정해놓는다는 뜻이 아니다.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우연이 찾아올 수 있는 조건을 의식적으로 만들어간다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뜻이다.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AF2F1"/>
          </a:solidFill>
          <a:ln w="12700">
            <a:solidFill>
              <a:srgbClr val="D7DF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474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6576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같은 곳, 같은 사람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800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일만 반복하는 사람에게는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우연이 찾아오기 어렵다.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17920" y="320040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C07A10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3474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576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3796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탐색의 범위를 넓히는 사람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4800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낯선 곳, 낯선 사람, 낯선 분야를 만나면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우연이 더 자주, 더 다양하게 찾아온다.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 · 크럼볼츠의 혁명적 선언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탐색이 만든 우연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212848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11680"/>
            <a:ext cx="9601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산업공학과 4학년, 제조업 생산관리 취업을 준비하던 학생이 있었다. 친구 대신 대타로 사회적기업 아이디어 경진대회에 마지못해 합류했다.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대회 현장에서 만난 스타트업 대표와 대화가 길어졌다. "제조업 현장 데이터를 분석해 사회문제에 적용하는 일을 같이 해보지 않겠냐"는 제안이었다. 그 학생은 받아들였고, 지금은 데이터 기반 사회혁신 스타트업에서 일하고 있다.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0535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892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계획에 없던 대회 참가 하나가 연결을 만들었고, 그 연결이 전혀 다른 진로를 열었다.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 · 크럼볼츠의 혁명적 선언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3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18320" y="50292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&amp; 활동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토론 질문 &amp; 수업 활동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74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최근 얼마나 "같은 곳, 같은 사람, 같은 일"에만 머물러 있었는가?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94360" cy="59436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34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당장 시도해볼 수 있는 "낯선 탐색" 하나는 무엇인가?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6154"/>
            </a:avLst>
          </a:prstGeom>
          <a:solidFill>
            <a:srgbClr val="C07A1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· 이번 주의 탐색적 행동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이번 주 안에 실행할 작은 탐색적 행동 하나를 정하고 짝과 공유한다 — 낯선 수업 청강, 모르는 사람과 대화, 관심 없던 분야 영상 시청 등.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 · 크럼볼츠의 혁명적 선언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3장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크럼볼츠는 "미리 정하지 않아도 된다"고 선언하며 기존 진로이론의 전제를 뒤집었다.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HLT는 결정보다 행동 학습을, 매칭보다 탐색을, 상담실 안보다 밖의 변화를 중시한다.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611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계획된 우연은 탐색의 범위를 넓히는 사람에게 더 자주 찾아온다.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749808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57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4장. 호기심 — 관심은 만드는 것</a:t>
            </a:r>
            <a:endParaRPr lang="en-US" sz="2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21208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080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· Career Transition Lab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강의자료 문의: lswon@hansung.ac.kr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Career Transition Lab by Lee Seung Won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우연이 만드는 진로 · 3장 크럼볼츠의 선언</dc:title>
  <dc:subject>우연이 만드는 진로 챕터별 강의자료</dc:subject>
  <dc:creator>이승원</dc:creator>
  <cp:lastModifiedBy>이승원</cp:lastModifiedBy>
  <cp:revision>1</cp:revision>
  <dcterms:created xsi:type="dcterms:W3CDTF">2026-09-22T06:47:56Z</dcterms:created>
  <dcterms:modified xsi:type="dcterms:W3CDTF">2026-09-22T06:47:56Z</dcterms:modified>
</cp:coreProperties>
</file>
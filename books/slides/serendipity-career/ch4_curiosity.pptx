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"관심은 발견되는 것"이라는 통념 깨기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관심을 찾아야 시작할 수 있다는 순서 자체가 틀렸다는 것을 이해한다.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호기심이 학습되는 과정 설명하기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흥미는 고정된 특성이 아니라 노출을 통해 생기는 감정 상태임을 안다.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캠퍼스에서 호기심을 실천하는 법 익히기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수업·강연·대화로 호기심 회로를 켜는 구체적 방법을 갖는다.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"저는 딱히 관심 있는 게 없어요"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강의실에서 자주 듣는 말이다. 진로 상담 분야에서 오랫동안 통용된 가정이 있다 — 관심(interest)은 어딘가에 숨어있는 것을 "발견"하는 것이라는 가정.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2148840"/>
          </a:xfrm>
          <a:prstGeom prst="roundRect">
            <a:avLst>
              <a:gd name="adj" fmla="val 595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"관심은 발견하는 것이 아니라</a:t>
            </a:r>
            <a:endParaRPr lang="en-US" sz="2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3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학습을 통해 만들어지는 것이다."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Mitchell, Krumboltz &amp; Levin (1999)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모른다고 관심이 없는 게 아니다. 아직 만나지 못했을 뿐이다.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"그냥 한 번"이 만든 진로 전환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9601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경영학과 학생이 "관심 있는 게 아무것도 없어요"라고 했다. 교내 UX 디자인 특강에 한 번만 가보라고 권했다. "관심이 생겨서"가 아니라 "그냥 한 번"이라는 조건으로.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달 뒤 그 학생이 다시 찾아왔다. 사용자 인터뷰 방식이 신기해서 혼자 더 찾아봤고, 지금은 UX 리서치 쪽으로 진로를 바꾸고 싶다고 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관심은 찾는 것이 아니라 뛰어들었을 때 생겨났다. "참여 이전에 관심이 있어야 한다"는 순서가 틀렸다.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흥미는 "감정 상태"다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심리학자 폴 실비아(Paul Silvia)의 연구 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따르면, 흥미는 고정된 특성이 아니라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새로움과 이해 가능성이 만날 때 생겨나는 감정 상태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다. 살짝 낯설면서도 조금씩 이해되는 영역 — 그 지점에서 흥미가 불꽃처럼 켜진다.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535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흥미를 먼저 찾으려 하지 말고, 일단 노출되어야 한다.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캠퍼스에서 호기심 회로 켜는 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84832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585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933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분야 수업 하나 듣기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3774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전공과 무관한 교양 수업을 의도적으로 골라본다. 그 어색함이 새로운 신경 경로를 만든다.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502152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6758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4107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강연장에 이유 없이 들어가 보기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37947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분야가 아니어도 좋다. 관심 없어 보이는 주제의 강연에 한 번만 들어가 본다.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919472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0932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8280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전혀 모르는 분야 사람과 대화해보기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21208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전공, 다른 배경의 사람과 밥 한 번. 그 대화 안에 예상치 못한 힌트가 있다.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EA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평소 열어본 적 없는 분야의 유튜브 채널에서 영상 하나 끝까지 보기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학교 공지사항에서 전공과 무관한 특강 하나 찾아 신청해두기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83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관심 없다고 생각했던 분야에서 일하는 사람의 인터뷰 기사·영상 찾아 읽기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지금까지 피해왔던 분야의 교양 수업을 다음 학기 수강 신청 목록에 넣어보기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내가 "관심 없다"고 단정 짓고 아예 들여다보지 않은 분야가 있다면 무엇인가? 그리고 왜 그렇게 단정했는가?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이번 주의 노출 행동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앞의 실천 과제 중 하나를 골라 이번 주 안에 실행하고, 다음 시간에 짝과 결과를 공유한다.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· 호기심 — 관심은 발견하는 것이 아니라 만드는 것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관심은 발견하는 것이 아니라, 학습을 통해 만들어진다 (Mitchell et al., 1999).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흥미는 새로움과 이해 가능성이 만날 때 생기는 감정 상태다 (Silvia).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참여가 먼저다 — 관심을 찾은 뒤 뛰어드는 게 아니라, 뛰어든 뒤 관심이 생긴다.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841248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5장. 인내심 — 다시 시작하는 것</a:t>
            </a:r>
            <a:endParaRPr lang="en-US" sz="1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5212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2026-09-22T06:51:18Z</dcterms:created>
  <dcterms:modified xsi:type="dcterms:W3CDTF">2026-09-22T06:51:18Z</dcterms:modified>
</cp:coreProperties>
</file>
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14630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TRANSITION LAB · VOL.1 강의자료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우연이 만드는 진로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83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5장 · 인내심 — 포기하지 않는 것이 아니라 다시 시작하는 것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22960" y="5212080"/>
            <a:ext cx="3749040" cy="566928"/>
          </a:xfrm>
          <a:prstGeom prst="roundRect">
            <a:avLst>
              <a:gd name="adj" fmla="val 19355"/>
            </a:avLst>
          </a:prstGeom>
          <a:solidFill>
            <a:srgbClr val="05353B"/>
          </a:solidFill>
          <a:ln w="12700">
            <a:solidFill>
              <a:srgbClr val="2E5A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212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교강사용 미니 렉처 · 8~10분 분량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 ·  Career Transition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 장에서 다룰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21003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562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인내심에 대한 오해와 HLT의 정의 구분하기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9514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"버티기"가 아니라 "실패 이후 다시 시작하는 것"이라는 관점을 이해한다.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7" y="35176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2735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이후 3가지 반응 패턴 이해하기</a:t>
            </a:r>
            <a:endParaRPr lang="en-US" sz="175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371246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포기·무변화 반복·정보 추출 중 어떤 반응이 진짜 인내심인지 구분한다.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493501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46908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인내심과 집착의 차이 구분하기</a:t>
            </a:r>
            <a:endParaRPr lang="en-US" sz="1750" dirty="0"/>
          </a:p>
        </p:txBody>
      </p:sp>
      <p:sp>
        <p:nvSpPr>
          <p:cNvPr id="15" name="Text 10"/>
          <p:cNvSpPr txBox="1"/>
          <p:nvPr/>
        </p:nvSpPr>
        <p:spPr>
          <a:xfrm>
            <a:off x="1783080" y="51297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학습이 있는 반복과 방향을 못 바꾸는 고집을 가려낼 수 있다.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5장 · 인내심 — 포기하지 않는 것이 아니라 다시 시작하는 것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오프닝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"한 번 실패하면 끝난 것 같아요"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취업 준비를 하던 4학년 학생이 인턴십 지원 세 군데 모두 서류에서 탈락했다. 한 달 안에 세 번. 그리고 이미 "맞지 않는다"는 결론에 도달해 있었다.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2286000"/>
          </a:xfrm>
          <a:prstGeom prst="roundRect">
            <a:avLst>
              <a:gd name="adj" fmla="val 5600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strike="sngStrike" dirty="0">
                <a:solidFill>
                  <a:srgbClr val="8FA8A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인내심 = 버티는 것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FA8A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(소진되는 자원)
</a:t>
            </a:r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HLT의 인내심 = </a:t>
            </a:r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실패 이후에도 다시 시작하는 것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넘어졌을 때 다시 일어서는 능력. 이것은 소진되지 않는다. 오히려 반복할수록 강해진다.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5장 · 인내심 — 포기하지 않는 것이 아니라 다시 시작하는 것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실패 이후, 세 가지 반응 패턴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"실패와 좌절에도 불구하고 계속 노력하는 것." — Mitchell et al. (1999)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38728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①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127248" y="2286000"/>
            <a:ext cx="594360" cy="59436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5264" y="2414016"/>
            <a:ext cx="338328" cy="33832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971800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완전히 포기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611880"/>
            <a:ext cx="3081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"역시 나는 안 돼"라는 결론을 내리고 그 방향 자체를 닫아버린다.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06824" y="2103120"/>
            <a:ext cx="3538728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35424" y="2286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②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885432" y="2286000"/>
            <a:ext cx="594360" cy="59436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2414016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35424" y="2971800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 변화 없이 반복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4535424" y="3611880"/>
            <a:ext cx="3081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방식으로 계속 시도한다. 학습이 없는 반복이다.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65008" y="2103120"/>
            <a:ext cx="3538728" cy="2880360"/>
          </a:xfrm>
          <a:prstGeom prst="roundRect">
            <a:avLst>
              <a:gd name="adj" fmla="val 3175"/>
            </a:avLst>
          </a:prstGeom>
          <a:solidFill>
            <a:srgbClr val="C07A1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293608" y="2286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9C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③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10643616" y="2286000"/>
            <a:ext cx="594360" cy="5943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2414016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293608" y="2971800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정보를 추출하고 다시 시작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8293608" y="3611880"/>
            <a:ext cx="3081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"왜 안 됐을까? 다음엔 무엇을 다르게 해볼까?" — 진짜 인내심.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05353B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실패는 종착점이 아니다. 실패는 정보다.</a:t>
            </a:r>
            <a:endParaRPr lang="en-US" sz="19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5장 · 인내심 — 포기하지 않는 것이 아니라 다시 시작하는 것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인내심과 집착은 다르다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많은 학생들이 한때 관심 있었지만 포기한 분야를 갖고 있다. 관심이 완전히 사라진 게 아니라 문만 닫았을 뿐인 경우가 많다 — 그때의 나와 지금의 나는 다르다.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EAF2F1"/>
          </a:solidFill>
          <a:ln w="12700">
            <a:solidFill>
              <a:srgbClr val="D7DF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7889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9718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703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집착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160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방식으로 같은 결과만 반복되는데도 방향을 바꾸지 않는 것.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251460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C07A10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7889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962656"/>
            <a:ext cx="429768" cy="4297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37960" y="3703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인내심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4160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매번의 시도에서 무언가를 가져온다. 진짜 인내심에는 학습이 포함된다.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5장 · 인내심 — 포기하지 않는 것이 아니라 다시 시작하는 것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실천 과제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작은 것부터, 조금 더 나아가면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768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것부터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2900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최근 시도했다 포기한 것 하나를 떠올려, 이유가 "맞지 않아서"였는지 "어려워서"였는지 구분해보기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이번 주 작은 거절·실패를 경험하면, 즉시 "이 경험에서 얻을 수 있는 정보는?"을 적어보기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C07A10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2768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3796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조금 더 나아가면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42900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한때 관심 있었지만 포기한 분야를 하나 골라, 딱 30분만 다시 들여다보기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최근 탈락·실패 경험이 있다면 "결론"이 아니라 "데이터"로 적어보기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5장 · 인내심 — 포기하지 않는 것이 아니라 다시 시작하는 것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3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418320" y="50292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&amp; 활동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토론 질문 &amp; 수업 활동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성찰 질문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1488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"나는 원래 인내심이 없어"라고 생각해온 적이 있다면, 그게 진짜 인내심의 부재였는지, 아니면 실패를 정보로 처리하는 방법을 몰랐던 것인지 생각해보라.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3840480"/>
            <a:ext cx="11064240" cy="2057400"/>
          </a:xfrm>
          <a:prstGeom prst="roundRect">
            <a:avLst>
              <a:gd name="adj" fmla="val 5333"/>
            </a:avLst>
          </a:prstGeom>
          <a:solidFill>
            <a:srgbClr val="C07A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· 실패를 데이터로 바꾸기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4348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최근의 실패·탈락 경험 하나를 "결론"이 아니라 "정보"로 다시 써보고, 짝과 나눠본다.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5장 · 인내심 — 포기하지 않는 것이 아니라 다시 시작하는 것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5장 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인내심은 "버티는 것"이 아니라, "실패 이후에도 다시 시작하는 것"이다.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834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이후 반응은 포기·무변화 반복·정보 추출로 나뉜다. 진짜 인내심은 정보를 추출하는 것이다.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7033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인내심과 집착은 다르다 — 진짜 인내심에는 학습이 포함된다.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795528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349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6장. 유연성 — 계획이 틀어졌을 때가 기회다</a:t>
            </a:r>
            <a:endParaRPr lang="en-US" sz="17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530352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080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· Career Transition Lab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강의자료 문의: lswon@hansung.ac.kr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Career Transition Lab by Lee Seung Won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우연이 만드는 진로 · 5장 인내심</dc:title>
  <dc:subject>우연이 만드는 진로 챕터별 강의자료</dc:subject>
  <dc:creator>이승원</dc:creator>
  <cp:lastModifiedBy>이승원</cp:lastModifiedBy>
  <cp:revision>1</cp:revision>
  <dcterms:created xsi:type="dcterms:W3CDTF">2026-09-22T06:56:37Z</dcterms:created>
  <dcterms:modified xsi:type="dcterms:W3CDTF">2026-09-22T06:56:37Z</dcterms:modified>
</cp:coreProperties>
</file>
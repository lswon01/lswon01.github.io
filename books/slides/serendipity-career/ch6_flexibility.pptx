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VOL.1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만드는 진로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 · 유연성 — 계획이 틀어졌을 때가 기회다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22960" y="5212080"/>
            <a:ext cx="374904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12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미니 렉처 · 8~10분 분량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유연성의 정확한 정의 이해하기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계획을 쉽게 포기하는 것이 아니라, 변화를 읽고 새 가능성을 탐색하는 능력임을 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유연성이 만든 전환의 사례 살펴보기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계획에 없던 신호를 유연하게 받아들여 방향을 바꾼 실제 사례를 확인한다.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유연성을 가로막는 심리 파악하기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매몰비용과 타인의 시선이라는 두 목소리를 인식하고 넘어서는 법을 익힌다.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 · 유연성 — 계획이 틀어졌을 때가 기회다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"이렇게 되면 안 되는데"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3학년 때부터 공기업 취업을 목표로 준비해온 학생이 있었다. 최종 면접에서 두 번 연속 탈락했다. "혹시 다른 방향도 생각해본 적 있어요?"라고 물었다.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1737360"/>
          </a:xfrm>
          <a:prstGeom prst="roundRect">
            <a:avLst>
              <a:gd name="adj" fmla="val 7368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146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"그러면 지금까지 한 게 다 무너지는 것 같아서요."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i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쌓은 것들 — 공부한 내용, 키운 능력, 경험한 시간 — 이것들이 정말 방향을 바꾸면 사라지는가? 아니다. 그것들은 어디로도 가지 않는다.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 · 유연성 — 계획이 틀어졌을 때가 기회다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유연성이란 무엇인가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EA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"변화하는 상황과 태도에 맞게 관점을 바꾸는 것.
</a:t>
            </a:r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이전에 관심 있던 것들을 새로운 시각으로 다시 보는 능력."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Mitchell et al. (1999)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유연성은 계획을 쉽게 포기하는 것이 아니다.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0535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2336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상황이 달라졌을 때 그 변화를 읽고, 새로운 가능성을 열린 자세로 탐색하는 능력이다.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 · 유연성 — 계획이 틀어졌을 때가 기회다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밀라노의 에스프레소 바 — 하워드 슐츠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1284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11680"/>
            <a:ext cx="9601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1983년, 하워드 슐츠는 스타벅스의 원두 구매 담당자였다. 이탈리아 출장 중 우연히 들른 밀라노의 에스프레소 바에서 낯선 감각을 경험했다. "이 문화를 미국으로 가져갈 수 있지 않을까." 계획에 없던 생각이었고, 원래 자신의 역할과도 달랐다.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 업무는 원두 구매다"라며 돌아오거나, 그 신호를 유연하게 받아들이거나. 그는 후자를 택했고, 이후 스타벅스를 인수해 세계적인 커피 문화를 만들었다.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유연성이란 계획을 포기하는 것이 아니다. 상황이 보내는 신호를 읽고, 그 안에서 새로운 가능성을 설계하는 것이다.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 · 유연성 — 계획이 틀어졌을 때가 기회다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유연성을 가로막는 두 가지 목소리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EAF2F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103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"지금까지 한 게 아까워"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65176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쓴 시간과 노력은 방향을 바꿔도 돌아오지 않는다. 반면 지금부터의 시간은 아직 쓰지 않았다.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EAF2F1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977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1605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39319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"이걸 바꾸면 주변에서 뭐라고 할까"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965960" y="448056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사람들은 당신의 진로 계획 변경에 생각보다 훨씬 덜 관심을 갖는다.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두 목소리를 인식하는 것만으로도 유연성의 첫 번째 관문을 통과한 것이다.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 · 유연성 — 계획이 틀어졌을 때가 기회다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실천 과제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작은 것부터, 조금 더 나아가면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76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것부터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8328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지금 진로 계획을 종이에 적고, 그 옆에 "만약 이 계획이 틀어진다면, 다음으로 탐색해볼 방향은?"을 하나만 적어보기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오늘 예상과 다르게 흘러간 작은 상황 하나를 찾아, 내가 어떻게 반응했는지 돌아보기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C07A1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2768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3796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조금 더 나아가면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38328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지금 목표하는 진로 방향의 "플랜 B"를 진지하게 구체화해보기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플랜 B를 갖는 것은 플랜 A에 대한 의지가 약한 것이 아니다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 · 유연성 — 계획이 틀어졌을 때가 기회다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성찰 질문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내가 붙들고 있는 계획 중, 사실은 상황이 이미 달라졌는데도 바꾸지 못하고 있는 것이 있는가?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플랜 B 스케치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짝과 함께 서로의 진로 계획을 듣고, "만약 이게 틀어진다면?"이라는 질문으로 상대의 플랜 B를 함께 찾아준다.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 · 유연성 — 계획이 틀어졌을 때가 기회다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유연성은 계획을 포기하는 것이 아니라, 변화를 읽고 새 가능성을 탐색하는 능력이다.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34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유연성이 낮은 사람은 "실패했다"고 읽고, 높은 사람은 "지금 무엇을 할 수 있는가"라고 읽는다.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033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매몰비용과 타인의 시선, 이 두 목소리를 인식하는 것이 유연성의 첫걸음이다.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795528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49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7장. 낙관성 — 가능성을 보는 눈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530352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2026-09-22T07:04:03Z</dcterms:created>
  <dcterms:modified xsi:type="dcterms:W3CDTF">2026-09-22T07:04:03Z</dcterms:modified>
</cp:coreProperties>
</file>
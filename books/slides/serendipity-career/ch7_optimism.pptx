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14630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TRANSITION LAB · VOL.1 강의자료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우연이 만드는 진로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7장 · 낙관성 — 가능성을 현실로 보는 눈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5212080"/>
            <a:ext cx="3749040" cy="566928"/>
          </a:xfrm>
          <a:prstGeom prst="roundRect">
            <a:avLst>
              <a:gd name="adj" fmla="val 19355"/>
            </a:avLst>
          </a:prstGeom>
          <a:solidFill>
            <a:srgbClr val="05353B"/>
          </a:solidFill>
          <a:ln w="12700">
            <a:solidFill>
              <a:srgbClr val="2E5A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212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교강사용 미니 렉처 · 8~10분 분량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 ·  Career Transition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 장에서 다룰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21003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562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막연한 긍정과 탐색적 낙관성 구분하기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9514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생각에서 멈추는 긍정과, 행동으로 이어지는 HLT의 낙관성을 가려낼 수 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7" y="35176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2735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불안을 탐색의 에너지로 전환하기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371246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불안을 없애려 하지 않고, 가능성 쪽으로 시선을 돌리는 연습을 익힌다.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493501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46908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결과가 아닌 과정에 대한 낙관 갖기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783080" y="51297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결과와 무관하게 흔들리지 않는 낙관성의 태도를 이해한다.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7장 · 낙관성 — 가능성을 현실로 보는 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막연한 긍정과 탐색적 낙관성의 차이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EAF2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"새로운 기회를 가능하고 달성 가능한 것으로 바라보는 시선."</a:t>
            </a:r>
            <a:pPr indent="0" marL="0">
              <a:buNone/>
            </a:pPr>
            <a:r>
              <a:rPr lang="en-US" sz="12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Krumboltz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EAF2F1"/>
          </a:solidFill>
          <a:ln w="12700">
            <a:solidFill>
              <a:srgbClr val="D7DF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2004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3832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4114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막연한 긍정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572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생각에서 멈춘다.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"잘 될 거야. 어떻게든 되겠지."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C07A10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32004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832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37960" y="4114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탐색적 낙관성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4572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행동으로 이어진다.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"가능할 수도 있다. 어떻게 접근해볼까?"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7장 · 낙관성 — 가능성을 현실로 보는 눈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불안을 탐색의 에너지로 전환하기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Krumboltz(2009)는 진로에 대한 불안을 없애려 하지 말고, 탐색의 출발점으로 삼으라고 제안했다.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불안은 신호다. "나는 이것이 중요하다"는 신호. 문제는 불안이 너무 커져서 행동을 막아버릴 때다.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탐색적 낙관성은 불안을 지우는 것이 아니라, 불안이 있는 채로 가능성 쪽으로 시선을 돌리는 연습이다.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6177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"이게 잘 안 될 수도 있어. 그런데 한번 알아보면 어떨까?" — 이 작은 전환이, 행동을 만든다.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7장 · 낙관성 — 가능성을 현실로 보는 눈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낙관성은 결과가 아니라 과정에 대한 태도다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EAF2F1"/>
          </a:solidFill>
          <a:ln w="12700">
            <a:solidFill>
              <a:srgbClr val="D7DF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결과에 대한 낙관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"잘 될 거야"라는 기대. 결과가 나쁘면 무너진다.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C07A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194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과정에 대한 낙관 (HLT)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974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탐색이 어떤 결과를 만들지는 모르지만, 해볼 만한 가치가 있다." 결과가 어떻든 흔들리지 않는다.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낙관성이 없으면 호기심도, 인내심도, 유연성도 작동하기 어렵다.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7장 · 낙관성 — 가능성을 현실로 보는 눈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실천 과제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작은 것부터, 조금 더 나아가면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768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것부터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8328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오늘 "어차피 안 되겠지" 생각했던 순간을 "한번 알아보면 어떨까?"로 바꿔서 다시 말해보기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지금 불안한 것이 있다면 질문으로 바꿔보기: "○○이 걱정된다" → "○○에 대해 내가 알아볼 수 있는 것은?"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C07A10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2768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3796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조금 더 나아가면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38328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"나는 못 할 것 같아서" 시도 안 한 분야의, 실제 그 일을 하는 사람의 이야기 찾아보기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이번 학기 중 "탐색 자체가 목적인 행동" 하나를 정해보기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7장 · 낙관성 — 가능성을 현실로 보는 눈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3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418320" y="50292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&amp; 활동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토론 질문 &amp; 수업 활동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성찰 질문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14884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내가 갖고 있는 낙관성은 "잘 될 거야"라는 결과에 대한 낙관인가, 아니면 "해볼 만하다"는 과정에 대한 낙관인가?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C07A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· 불안을 질문으로 바꾸기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976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지금 진로 때문에 불안한 것 하나를 짝에게 말하고, "그렇다면 무엇을 알아볼 수 있을까?"로 함께 바꿔본다.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7장 · 낙관성 — 가능성을 현실로 보는 눈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7장 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막연한 긍정은 생각에서 멈추지만, 탐색적 낙관성은 행동으로 이어진다.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834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불안은 신호다. 없애려 하지 말고, 가능성 쪽으로 시선을 돌리는 연습이 필요하다.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7033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낙관성은 결과가 아니라 과정에 대한 태도다 — 해볼 만한 가치가 있다는 것.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3492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8장. 위험감수 — 일단 해보는 것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530352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080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· Career Transition Lab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강의자료 문의: lswon@hansung.ac.kr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Career Transition Lab by Lee Seung Won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우연이 만드는 진로 · 7장 낙관성</dc:title>
  <dc:subject>우연이 만드는 진로 챕터별 강의자료</dc:subject>
  <dc:creator>이승원</dc:creator>
  <cp:lastModifiedBy>이승원</cp:lastModifiedBy>
  <cp:revision>1</cp:revision>
  <dcterms:created xsi:type="dcterms:W3CDTF">2026-09-22T07:09:54Z</dcterms:created>
  <dcterms:modified xsi:type="dcterms:W3CDTF">2026-09-22T07:09:54Z</dcterms:modified>
</cp:coreProperties>
</file>